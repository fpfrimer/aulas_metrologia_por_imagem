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92BB6-C1CB-46DD-BA72-8DB70BF291F1}" v="26" dt="2026-04-18T18:00:02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Pfrimer" userId="0b8eec0ce5f0414b" providerId="LiveId" clId="{C2CF18C0-2150-4AF6-9493-62C80B345C26}"/>
    <pc:docChg chg="undo custSel addSld modSld">
      <pc:chgData name="Felipe Pfrimer" userId="0b8eec0ce5f0414b" providerId="LiveId" clId="{C2CF18C0-2150-4AF6-9493-62C80B345C26}" dt="2026-04-05T16:59:39.674" v="2659" actId="20577"/>
      <pc:docMkLst>
        <pc:docMk/>
      </pc:docMkLst>
      <pc:sldChg chg="modSp new mod">
        <pc:chgData name="Felipe Pfrimer" userId="0b8eec0ce5f0414b" providerId="LiveId" clId="{C2CF18C0-2150-4AF6-9493-62C80B345C26}" dt="2026-04-05T13:53:45.621" v="123" actId="20577"/>
        <pc:sldMkLst>
          <pc:docMk/>
          <pc:sldMk cId="1654832745" sldId="256"/>
        </pc:sldMkLst>
        <pc:spChg chg="mod">
          <ac:chgData name="Felipe Pfrimer" userId="0b8eec0ce5f0414b" providerId="LiveId" clId="{C2CF18C0-2150-4AF6-9493-62C80B345C26}" dt="2026-04-05T13:53:45.621" v="123" actId="20577"/>
          <ac:spMkLst>
            <pc:docMk/>
            <pc:sldMk cId="1654832745" sldId="256"/>
            <ac:spMk id="2" creationId="{76CE4715-CBD4-6E6B-DB09-15D57EF3C128}"/>
          </ac:spMkLst>
        </pc:spChg>
        <pc:spChg chg="mod">
          <ac:chgData name="Felipe Pfrimer" userId="0b8eec0ce5f0414b" providerId="LiveId" clId="{C2CF18C0-2150-4AF6-9493-62C80B345C26}" dt="2026-04-05T13:52:49.072" v="100" actId="20577"/>
          <ac:spMkLst>
            <pc:docMk/>
            <pc:sldMk cId="1654832745" sldId="256"/>
            <ac:spMk id="3" creationId="{D3BC550C-699A-B6D6-1A21-9C436F68D005}"/>
          </ac:spMkLst>
        </pc:spChg>
      </pc:sldChg>
      <pc:sldChg chg="addSp delSp modSp new mod">
        <pc:chgData name="Felipe Pfrimer" userId="0b8eec0ce5f0414b" providerId="LiveId" clId="{C2CF18C0-2150-4AF6-9493-62C80B345C26}" dt="2026-04-05T15:08:03.170" v="1520" actId="27636"/>
        <pc:sldMkLst>
          <pc:docMk/>
          <pc:sldMk cId="1962105011" sldId="257"/>
        </pc:sldMkLst>
        <pc:spChg chg="mod">
          <ac:chgData name="Felipe Pfrimer" userId="0b8eec0ce5f0414b" providerId="LiveId" clId="{C2CF18C0-2150-4AF6-9493-62C80B345C26}" dt="2026-04-05T13:57:04.839" v="160" actId="207"/>
          <ac:spMkLst>
            <pc:docMk/>
            <pc:sldMk cId="1962105011" sldId="257"/>
            <ac:spMk id="2" creationId="{A987493E-FBDD-ED99-C764-BAD799071051}"/>
          </ac:spMkLst>
        </pc:spChg>
        <pc:spChg chg="add del mod">
          <ac:chgData name="Felipe Pfrimer" userId="0b8eec0ce5f0414b" providerId="LiveId" clId="{C2CF18C0-2150-4AF6-9493-62C80B345C26}" dt="2026-04-05T15:08:03.170" v="1520" actId="27636"/>
          <ac:spMkLst>
            <pc:docMk/>
            <pc:sldMk cId="1962105011" sldId="257"/>
            <ac:spMk id="3" creationId="{63522E16-8BA6-DF91-8460-6D70E7CEA4FF}"/>
          </ac:spMkLst>
        </pc:spChg>
      </pc:sldChg>
    </pc:docChg>
  </pc:docChgLst>
  <pc:docChgLst>
    <pc:chgData name="Felipe Pfrimer" userId="0b8eec0ce5f0414b" providerId="LiveId" clId="{99A03BAB-098E-4974-8324-154A37D5CA80}"/>
    <pc:docChg chg="undo custSel addSld delSld modSld">
      <pc:chgData name="Felipe Pfrimer" userId="0b8eec0ce5f0414b" providerId="LiveId" clId="{99A03BAB-098E-4974-8324-154A37D5CA80}" dt="2026-04-18T20:25:54.317" v="1326" actId="20577"/>
      <pc:docMkLst>
        <pc:docMk/>
      </pc:docMkLst>
      <pc:sldChg chg="modSp mod">
        <pc:chgData name="Felipe Pfrimer" userId="0b8eec0ce5f0414b" providerId="LiveId" clId="{99A03BAB-098E-4974-8324-154A37D5CA80}" dt="2026-04-18T13:23:28.235" v="1" actId="20577"/>
        <pc:sldMkLst>
          <pc:docMk/>
          <pc:sldMk cId="1654832745" sldId="256"/>
        </pc:sldMkLst>
        <pc:spChg chg="mod">
          <ac:chgData name="Felipe Pfrimer" userId="0b8eec0ce5f0414b" providerId="LiveId" clId="{99A03BAB-098E-4974-8324-154A37D5CA80}" dt="2026-04-18T13:23:28.235" v="1" actId="20577"/>
          <ac:spMkLst>
            <pc:docMk/>
            <pc:sldMk cId="1654832745" sldId="256"/>
            <ac:spMk id="2" creationId="{76CE4715-CBD4-6E6B-DB09-15D57EF3C128}"/>
          </ac:spMkLst>
        </pc:spChg>
      </pc:sldChg>
      <pc:sldChg chg="modSp mod">
        <pc:chgData name="Felipe Pfrimer" userId="0b8eec0ce5f0414b" providerId="LiveId" clId="{99A03BAB-098E-4974-8324-154A37D5CA80}" dt="2026-04-18T13:27:41.368" v="212" actId="207"/>
        <pc:sldMkLst>
          <pc:docMk/>
          <pc:sldMk cId="1962105011" sldId="257"/>
        </pc:sldMkLst>
        <pc:spChg chg="mod">
          <ac:chgData name="Felipe Pfrimer" userId="0b8eec0ce5f0414b" providerId="LiveId" clId="{99A03BAB-098E-4974-8324-154A37D5CA80}" dt="2026-04-18T13:23:36.879" v="3" actId="20577"/>
          <ac:spMkLst>
            <pc:docMk/>
            <pc:sldMk cId="1962105011" sldId="257"/>
            <ac:spMk id="2" creationId="{A987493E-FBDD-ED99-C764-BAD799071051}"/>
          </ac:spMkLst>
        </pc:spChg>
        <pc:spChg chg="mod">
          <ac:chgData name="Felipe Pfrimer" userId="0b8eec0ce5f0414b" providerId="LiveId" clId="{99A03BAB-098E-4974-8324-154A37D5CA80}" dt="2026-04-18T13:27:41.368" v="212" actId="207"/>
          <ac:spMkLst>
            <pc:docMk/>
            <pc:sldMk cId="1962105011" sldId="257"/>
            <ac:spMk id="3" creationId="{63522E16-8BA6-DF91-8460-6D70E7CEA4FF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231744846" sldId="258"/>
        </pc:sldMkLst>
      </pc:sldChg>
      <pc:sldChg chg="modSp new mod">
        <pc:chgData name="Felipe Pfrimer" userId="0b8eec0ce5f0414b" providerId="LiveId" clId="{99A03BAB-098E-4974-8324-154A37D5CA80}" dt="2026-04-18T13:29:18.274" v="222" actId="207"/>
        <pc:sldMkLst>
          <pc:docMk/>
          <pc:sldMk cId="1088520519" sldId="258"/>
        </pc:sldMkLst>
        <pc:spChg chg="mod">
          <ac:chgData name="Felipe Pfrimer" userId="0b8eec0ce5f0414b" providerId="LiveId" clId="{99A03BAB-098E-4974-8324-154A37D5CA80}" dt="2026-04-18T13:29:01.040" v="220" actId="207"/>
          <ac:spMkLst>
            <pc:docMk/>
            <pc:sldMk cId="1088520519" sldId="258"/>
            <ac:spMk id="2" creationId="{08D16499-C197-7078-8864-281456B95025}"/>
          </ac:spMkLst>
        </pc:spChg>
        <pc:spChg chg="mod">
          <ac:chgData name="Felipe Pfrimer" userId="0b8eec0ce5f0414b" providerId="LiveId" clId="{99A03BAB-098E-4974-8324-154A37D5CA80}" dt="2026-04-18T13:29:18.274" v="222" actId="207"/>
          <ac:spMkLst>
            <pc:docMk/>
            <pc:sldMk cId="1088520519" sldId="258"/>
            <ac:spMk id="3" creationId="{01D9A758-046C-EC0C-0DA5-6B04315CCE35}"/>
          </ac:spMkLst>
        </pc:spChg>
      </pc:sldChg>
      <pc:sldChg chg="modSp new mod">
        <pc:chgData name="Felipe Pfrimer" userId="0b8eec0ce5f0414b" providerId="LiveId" clId="{99A03BAB-098E-4974-8324-154A37D5CA80}" dt="2026-04-18T20:24:39.785" v="1323" actId="313"/>
        <pc:sldMkLst>
          <pc:docMk/>
          <pc:sldMk cId="208096001" sldId="259"/>
        </pc:sldMkLst>
        <pc:spChg chg="mod">
          <ac:chgData name="Felipe Pfrimer" userId="0b8eec0ce5f0414b" providerId="LiveId" clId="{99A03BAB-098E-4974-8324-154A37D5CA80}" dt="2026-04-18T20:24:17.132" v="1321" actId="20577"/>
          <ac:spMkLst>
            <pc:docMk/>
            <pc:sldMk cId="208096001" sldId="259"/>
            <ac:spMk id="2" creationId="{83997F2B-5487-DABB-67A7-09F39E9CDFDF}"/>
          </ac:spMkLst>
        </pc:spChg>
        <pc:spChg chg="mod">
          <ac:chgData name="Felipe Pfrimer" userId="0b8eec0ce5f0414b" providerId="LiveId" clId="{99A03BAB-098E-4974-8324-154A37D5CA80}" dt="2026-04-18T20:24:39.785" v="1323" actId="313"/>
          <ac:spMkLst>
            <pc:docMk/>
            <pc:sldMk cId="208096001" sldId="259"/>
            <ac:spMk id="3" creationId="{92234A83-1C1F-1392-DBE4-677C0997D0EB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425080519" sldId="259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314687389" sldId="260"/>
        </pc:sldMkLst>
      </pc:sldChg>
      <pc:sldChg chg="modSp new mod">
        <pc:chgData name="Felipe Pfrimer" userId="0b8eec0ce5f0414b" providerId="LiveId" clId="{99A03BAB-098E-4974-8324-154A37D5CA80}" dt="2026-04-18T20:24:29.408" v="1322" actId="313"/>
        <pc:sldMkLst>
          <pc:docMk/>
          <pc:sldMk cId="1529358789" sldId="260"/>
        </pc:sldMkLst>
        <pc:spChg chg="mod">
          <ac:chgData name="Felipe Pfrimer" userId="0b8eec0ce5f0414b" providerId="LiveId" clId="{99A03BAB-098E-4974-8324-154A37D5CA80}" dt="2026-04-18T13:32:36.268" v="272" actId="207"/>
          <ac:spMkLst>
            <pc:docMk/>
            <pc:sldMk cId="1529358789" sldId="260"/>
            <ac:spMk id="2" creationId="{8DA95176-B0BE-7669-DC5F-807738C733DB}"/>
          </ac:spMkLst>
        </pc:spChg>
        <pc:spChg chg="mod">
          <ac:chgData name="Felipe Pfrimer" userId="0b8eec0ce5f0414b" providerId="LiveId" clId="{99A03BAB-098E-4974-8324-154A37D5CA80}" dt="2026-04-18T20:24:29.408" v="1322" actId="313"/>
          <ac:spMkLst>
            <pc:docMk/>
            <pc:sldMk cId="1529358789" sldId="260"/>
            <ac:spMk id="3" creationId="{611D75F2-F080-9F3E-1537-2066F5BB3837}"/>
          </ac:spMkLst>
        </pc:spChg>
      </pc:sldChg>
      <pc:sldChg chg="modSp new mod">
        <pc:chgData name="Felipe Pfrimer" userId="0b8eec0ce5f0414b" providerId="LiveId" clId="{99A03BAB-098E-4974-8324-154A37D5CA80}" dt="2026-04-18T16:48:14.038" v="308" actId="313"/>
        <pc:sldMkLst>
          <pc:docMk/>
          <pc:sldMk cId="4170995671" sldId="261"/>
        </pc:sldMkLst>
        <pc:spChg chg="mod">
          <ac:chgData name="Felipe Pfrimer" userId="0b8eec0ce5f0414b" providerId="LiveId" clId="{99A03BAB-098E-4974-8324-154A37D5CA80}" dt="2026-04-18T13:34:28.301" v="285"/>
          <ac:spMkLst>
            <pc:docMk/>
            <pc:sldMk cId="4170995671" sldId="261"/>
            <ac:spMk id="2" creationId="{D21D7EB4-82E4-50FE-03C9-BF9BD9116CCB}"/>
          </ac:spMkLst>
        </pc:spChg>
        <pc:spChg chg="mod">
          <ac:chgData name="Felipe Pfrimer" userId="0b8eec0ce5f0414b" providerId="LiveId" clId="{99A03BAB-098E-4974-8324-154A37D5CA80}" dt="2026-04-18T16:48:14.038" v="308" actId="313"/>
          <ac:spMkLst>
            <pc:docMk/>
            <pc:sldMk cId="4170995671" sldId="261"/>
            <ac:spMk id="3" creationId="{E3CD6BFA-C5CA-B410-0846-F21CE6E4F2C9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4282285448" sldId="261"/>
        </pc:sldMkLst>
      </pc:sldChg>
      <pc:sldChg chg="modSp new mod">
        <pc:chgData name="Felipe Pfrimer" userId="0b8eec0ce5f0414b" providerId="LiveId" clId="{99A03BAB-098E-4974-8324-154A37D5CA80}" dt="2026-04-18T16:53:42.897" v="328" actId="113"/>
        <pc:sldMkLst>
          <pc:docMk/>
          <pc:sldMk cId="651876161" sldId="262"/>
        </pc:sldMkLst>
        <pc:spChg chg="mod">
          <ac:chgData name="Felipe Pfrimer" userId="0b8eec0ce5f0414b" providerId="LiveId" clId="{99A03BAB-098E-4974-8324-154A37D5CA80}" dt="2026-04-18T16:53:24.579" v="322" actId="207"/>
          <ac:spMkLst>
            <pc:docMk/>
            <pc:sldMk cId="651876161" sldId="262"/>
            <ac:spMk id="2" creationId="{65917CB0-842E-92E9-2BCB-1CE466C6C269}"/>
          </ac:spMkLst>
        </pc:spChg>
        <pc:spChg chg="mod">
          <ac:chgData name="Felipe Pfrimer" userId="0b8eec0ce5f0414b" providerId="LiveId" clId="{99A03BAB-098E-4974-8324-154A37D5CA80}" dt="2026-04-18T16:53:42.897" v="328" actId="113"/>
          <ac:spMkLst>
            <pc:docMk/>
            <pc:sldMk cId="651876161" sldId="262"/>
            <ac:spMk id="3" creationId="{496058BA-E6F6-7F23-AC10-314262C4AD47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1754807618" sldId="262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710520580" sldId="263"/>
        </pc:sldMkLst>
      </pc:sldChg>
      <pc:sldChg chg="modSp new mod">
        <pc:chgData name="Felipe Pfrimer" userId="0b8eec0ce5f0414b" providerId="LiveId" clId="{99A03BAB-098E-4974-8324-154A37D5CA80}" dt="2026-04-18T17:52:32.244" v="964" actId="20577"/>
        <pc:sldMkLst>
          <pc:docMk/>
          <pc:sldMk cId="3773940937" sldId="263"/>
        </pc:sldMkLst>
        <pc:spChg chg="mod">
          <ac:chgData name="Felipe Pfrimer" userId="0b8eec0ce5f0414b" providerId="LiveId" clId="{99A03BAB-098E-4974-8324-154A37D5CA80}" dt="2026-04-18T17:52:32.244" v="964" actId="20577"/>
          <ac:spMkLst>
            <pc:docMk/>
            <pc:sldMk cId="3773940937" sldId="263"/>
            <ac:spMk id="2" creationId="{5A1273DA-6C4F-3CAD-A096-4941CC9093B2}"/>
          </ac:spMkLst>
        </pc:spChg>
        <pc:spChg chg="mod">
          <ac:chgData name="Felipe Pfrimer" userId="0b8eec0ce5f0414b" providerId="LiveId" clId="{99A03BAB-098E-4974-8324-154A37D5CA80}" dt="2026-04-18T17:13:55.738" v="429" actId="27636"/>
          <ac:spMkLst>
            <pc:docMk/>
            <pc:sldMk cId="3773940937" sldId="263"/>
            <ac:spMk id="3" creationId="{D02104BA-3180-59A7-F4CD-FA8E2848CAA4}"/>
          </ac:spMkLst>
        </pc:spChg>
      </pc:sldChg>
      <pc:sldChg chg="modSp add mod">
        <pc:chgData name="Felipe Pfrimer" userId="0b8eec0ce5f0414b" providerId="LiveId" clId="{99A03BAB-098E-4974-8324-154A37D5CA80}" dt="2026-04-18T17:20:42.815" v="496" actId="27636"/>
        <pc:sldMkLst>
          <pc:docMk/>
          <pc:sldMk cId="1964977931" sldId="264"/>
        </pc:sldMkLst>
        <pc:spChg chg="mod">
          <ac:chgData name="Felipe Pfrimer" userId="0b8eec0ce5f0414b" providerId="LiveId" clId="{99A03BAB-098E-4974-8324-154A37D5CA80}" dt="2026-04-18T17:18:01.847" v="445" actId="20577"/>
          <ac:spMkLst>
            <pc:docMk/>
            <pc:sldMk cId="1964977931" sldId="264"/>
            <ac:spMk id="2" creationId="{2F0F3082-14A0-2D18-4CF6-908127F9678F}"/>
          </ac:spMkLst>
        </pc:spChg>
        <pc:spChg chg="mod">
          <ac:chgData name="Felipe Pfrimer" userId="0b8eec0ce5f0414b" providerId="LiveId" clId="{99A03BAB-098E-4974-8324-154A37D5CA80}" dt="2026-04-18T17:20:42.815" v="496" actId="27636"/>
          <ac:spMkLst>
            <pc:docMk/>
            <pc:sldMk cId="1964977931" sldId="264"/>
            <ac:spMk id="3" creationId="{0D32F9E0-44FA-984B-4BEA-FA0852801095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3636677446" sldId="264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952064755" sldId="265"/>
        </pc:sldMkLst>
      </pc:sldChg>
      <pc:sldChg chg="modSp add mod">
        <pc:chgData name="Felipe Pfrimer" userId="0b8eec0ce5f0414b" providerId="LiveId" clId="{99A03BAB-098E-4974-8324-154A37D5CA80}" dt="2026-04-18T17:43:15.635" v="534" actId="20577"/>
        <pc:sldMkLst>
          <pc:docMk/>
          <pc:sldMk cId="3776743127" sldId="265"/>
        </pc:sldMkLst>
        <pc:spChg chg="mod">
          <ac:chgData name="Felipe Pfrimer" userId="0b8eec0ce5f0414b" providerId="LiveId" clId="{99A03BAB-098E-4974-8324-154A37D5CA80}" dt="2026-04-18T17:43:15.635" v="534" actId="20577"/>
          <ac:spMkLst>
            <pc:docMk/>
            <pc:sldMk cId="3776743127" sldId="265"/>
            <ac:spMk id="2" creationId="{CD42B323-457A-E410-64B9-34CBE18C551F}"/>
          </ac:spMkLst>
        </pc:spChg>
        <pc:spChg chg="mod">
          <ac:chgData name="Felipe Pfrimer" userId="0b8eec0ce5f0414b" providerId="LiveId" clId="{99A03BAB-098E-4974-8324-154A37D5CA80}" dt="2026-04-18T17:22:04.171" v="529" actId="27636"/>
          <ac:spMkLst>
            <pc:docMk/>
            <pc:sldMk cId="3776743127" sldId="265"/>
            <ac:spMk id="3" creationId="{B31569A6-E14D-9ED4-10AF-DE4733494D6B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2506177517" sldId="266"/>
        </pc:sldMkLst>
      </pc:sldChg>
      <pc:sldChg chg="addSp modSp new mod setBg">
        <pc:chgData name="Felipe Pfrimer" userId="0b8eec0ce5f0414b" providerId="LiveId" clId="{99A03BAB-098E-4974-8324-154A37D5CA80}" dt="2026-04-18T17:45:18.920" v="718" actId="20577"/>
        <pc:sldMkLst>
          <pc:docMk/>
          <pc:sldMk cId="2698772480" sldId="266"/>
        </pc:sldMkLst>
        <pc:spChg chg="mod">
          <ac:chgData name="Felipe Pfrimer" userId="0b8eec0ce5f0414b" providerId="LiveId" clId="{99A03BAB-098E-4974-8324-154A37D5CA80}" dt="2026-04-18T17:44:26.856" v="610" actId="207"/>
          <ac:spMkLst>
            <pc:docMk/>
            <pc:sldMk cId="2698772480" sldId="266"/>
            <ac:spMk id="2" creationId="{11243B7F-3388-FF97-6849-F66F07D8371B}"/>
          </ac:spMkLst>
        </pc:spChg>
        <pc:spChg chg="mod">
          <ac:chgData name="Felipe Pfrimer" userId="0b8eec0ce5f0414b" providerId="LiveId" clId="{99A03BAB-098E-4974-8324-154A37D5CA80}" dt="2026-04-18T17:45:18.920" v="718" actId="20577"/>
          <ac:spMkLst>
            <pc:docMk/>
            <pc:sldMk cId="2698772480" sldId="266"/>
            <ac:spMk id="3" creationId="{CAB8A79E-7D24-4DD9-2BCB-68AB7AA75D8B}"/>
          </ac:spMkLst>
        </pc:spChg>
        <pc:spChg chg="add">
          <ac:chgData name="Felipe Pfrimer" userId="0b8eec0ce5f0414b" providerId="LiveId" clId="{99A03BAB-098E-4974-8324-154A37D5CA80}" dt="2026-04-18T17:44:07.716" v="606" actId="26606"/>
          <ac:spMkLst>
            <pc:docMk/>
            <pc:sldMk cId="2698772480" sldId="266"/>
            <ac:spMk id="9" creationId="{C0763A76-9F1C-4FC5-82B7-DD475DA461B2}"/>
          </ac:spMkLst>
        </pc:spChg>
        <pc:spChg chg="add">
          <ac:chgData name="Felipe Pfrimer" userId="0b8eec0ce5f0414b" providerId="LiveId" clId="{99A03BAB-098E-4974-8324-154A37D5CA80}" dt="2026-04-18T17:44:07.716" v="606" actId="26606"/>
          <ac:spMkLst>
            <pc:docMk/>
            <pc:sldMk cId="2698772480" sldId="266"/>
            <ac:spMk id="11" creationId="{E81BF4F6-F2CF-4984-9D14-D6966D92F99F}"/>
          </ac:spMkLst>
        </pc:spChg>
        <pc:picChg chg="add">
          <ac:chgData name="Felipe Pfrimer" userId="0b8eec0ce5f0414b" providerId="LiveId" clId="{99A03BAB-098E-4974-8324-154A37D5CA80}" dt="2026-04-18T17:44:07.716" v="606" actId="26606"/>
          <ac:picMkLst>
            <pc:docMk/>
            <pc:sldMk cId="2698772480" sldId="266"/>
            <ac:picMk id="5" creationId="{ADFCDDE2-1FB6-16CE-C954-0B839FB46EC9}"/>
          </ac:picMkLst>
        </pc:picChg>
      </pc:sldChg>
      <pc:sldChg chg="modSp new mod">
        <pc:chgData name="Felipe Pfrimer" userId="0b8eec0ce5f0414b" providerId="LiveId" clId="{99A03BAB-098E-4974-8324-154A37D5CA80}" dt="2026-04-18T17:53:54.462" v="967" actId="207"/>
        <pc:sldMkLst>
          <pc:docMk/>
          <pc:sldMk cId="1748344076" sldId="267"/>
        </pc:sldMkLst>
        <pc:spChg chg="mod">
          <ac:chgData name="Felipe Pfrimer" userId="0b8eec0ce5f0414b" providerId="LiveId" clId="{99A03BAB-098E-4974-8324-154A37D5CA80}" dt="2026-04-18T17:47:53.433" v="904" actId="20577"/>
          <ac:spMkLst>
            <pc:docMk/>
            <pc:sldMk cId="1748344076" sldId="267"/>
            <ac:spMk id="2" creationId="{ECC2E198-F345-725A-1E67-B9DE0BD6077F}"/>
          </ac:spMkLst>
        </pc:spChg>
        <pc:spChg chg="mod">
          <ac:chgData name="Felipe Pfrimer" userId="0b8eec0ce5f0414b" providerId="LiveId" clId="{99A03BAB-098E-4974-8324-154A37D5CA80}" dt="2026-04-18T17:53:54.462" v="967" actId="207"/>
          <ac:spMkLst>
            <pc:docMk/>
            <pc:sldMk cId="1748344076" sldId="267"/>
            <ac:spMk id="3" creationId="{FF29E4EC-79B9-D6F6-7764-28FEA41E1758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1983539722" sldId="267"/>
        </pc:sldMkLst>
      </pc:sldChg>
      <pc:sldChg chg="modSp new mod">
        <pc:chgData name="Felipe Pfrimer" userId="0b8eec0ce5f0414b" providerId="LiveId" clId="{99A03BAB-098E-4974-8324-154A37D5CA80}" dt="2026-04-18T20:25:54.317" v="1326" actId="20577"/>
        <pc:sldMkLst>
          <pc:docMk/>
          <pc:sldMk cId="2447221396" sldId="268"/>
        </pc:sldMkLst>
        <pc:spChg chg="mod">
          <ac:chgData name="Felipe Pfrimer" userId="0b8eec0ce5f0414b" providerId="LiveId" clId="{99A03BAB-098E-4974-8324-154A37D5CA80}" dt="2026-04-18T17:57:13.206" v="1183" actId="207"/>
          <ac:spMkLst>
            <pc:docMk/>
            <pc:sldMk cId="2447221396" sldId="268"/>
            <ac:spMk id="2" creationId="{AD96C34A-27F2-15E4-46CB-60057FD0F950}"/>
          </ac:spMkLst>
        </pc:spChg>
        <pc:spChg chg="mod">
          <ac:chgData name="Felipe Pfrimer" userId="0b8eec0ce5f0414b" providerId="LiveId" clId="{99A03BAB-098E-4974-8324-154A37D5CA80}" dt="2026-04-18T20:25:54.317" v="1326" actId="20577"/>
          <ac:spMkLst>
            <pc:docMk/>
            <pc:sldMk cId="2447221396" sldId="268"/>
            <ac:spMk id="3" creationId="{E9A52597-C396-06FC-0725-1704CF0E41BF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3616258829" sldId="268"/>
        </pc:sldMkLst>
      </pc:sldChg>
      <pc:sldChg chg="modSp new mod">
        <pc:chgData name="Felipe Pfrimer" userId="0b8eec0ce5f0414b" providerId="LiveId" clId="{99A03BAB-098E-4974-8324-154A37D5CA80}" dt="2026-04-18T17:58:23.129" v="1213" actId="207"/>
        <pc:sldMkLst>
          <pc:docMk/>
          <pc:sldMk cId="22142271" sldId="269"/>
        </pc:sldMkLst>
        <pc:spChg chg="mod">
          <ac:chgData name="Felipe Pfrimer" userId="0b8eec0ce5f0414b" providerId="LiveId" clId="{99A03BAB-098E-4974-8324-154A37D5CA80}" dt="2026-04-18T17:58:23.129" v="1213" actId="207"/>
          <ac:spMkLst>
            <pc:docMk/>
            <pc:sldMk cId="22142271" sldId="269"/>
            <ac:spMk id="2" creationId="{5A3DE66A-70C2-02D0-FA48-B53224F1B4CC}"/>
          </ac:spMkLst>
        </pc:spChg>
        <pc:spChg chg="mod">
          <ac:chgData name="Felipe Pfrimer" userId="0b8eec0ce5f0414b" providerId="LiveId" clId="{99A03BAB-098E-4974-8324-154A37D5CA80}" dt="2026-04-18T17:57:50.304" v="1198" actId="20577"/>
          <ac:spMkLst>
            <pc:docMk/>
            <pc:sldMk cId="22142271" sldId="269"/>
            <ac:spMk id="3" creationId="{94EDD772-412A-8C3F-2A1F-252B07F70184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3833654712" sldId="269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3775547836" sldId="270"/>
        </pc:sldMkLst>
      </pc:sldChg>
      <pc:sldChg chg="modSp new mod">
        <pc:chgData name="Felipe Pfrimer" userId="0b8eec0ce5f0414b" providerId="LiveId" clId="{99A03BAB-098E-4974-8324-154A37D5CA80}" dt="2026-04-18T17:58:39.548" v="1221" actId="20577"/>
        <pc:sldMkLst>
          <pc:docMk/>
          <pc:sldMk cId="3835788391" sldId="270"/>
        </pc:sldMkLst>
        <pc:spChg chg="mod">
          <ac:chgData name="Felipe Pfrimer" userId="0b8eec0ce5f0414b" providerId="LiveId" clId="{99A03BAB-098E-4974-8324-154A37D5CA80}" dt="2026-04-18T17:58:14.080" v="1211" actId="20577"/>
          <ac:spMkLst>
            <pc:docMk/>
            <pc:sldMk cId="3835788391" sldId="270"/>
            <ac:spMk id="2" creationId="{8C6A5C54-6CA8-EC39-2D9F-D5CACB4EDE48}"/>
          </ac:spMkLst>
        </pc:spChg>
        <pc:spChg chg="mod">
          <ac:chgData name="Felipe Pfrimer" userId="0b8eec0ce5f0414b" providerId="LiveId" clId="{99A03BAB-098E-4974-8324-154A37D5CA80}" dt="2026-04-18T17:58:39.548" v="1221" actId="20577"/>
          <ac:spMkLst>
            <pc:docMk/>
            <pc:sldMk cId="3835788391" sldId="270"/>
            <ac:spMk id="3" creationId="{90DEE39C-AD4C-A64F-D312-5F79C00DC75D}"/>
          </ac:spMkLst>
        </pc:spChg>
      </pc:sldChg>
      <pc:sldChg chg="modSp new mod">
        <pc:chgData name="Felipe Pfrimer" userId="0b8eec0ce5f0414b" providerId="LiveId" clId="{99A03BAB-098E-4974-8324-154A37D5CA80}" dt="2026-04-18T17:59:25.480" v="1259" actId="404"/>
        <pc:sldMkLst>
          <pc:docMk/>
          <pc:sldMk cId="3389640150" sldId="271"/>
        </pc:sldMkLst>
        <pc:spChg chg="mod">
          <ac:chgData name="Felipe Pfrimer" userId="0b8eec0ce5f0414b" providerId="LiveId" clId="{99A03BAB-098E-4974-8324-154A37D5CA80}" dt="2026-04-18T17:59:06.222" v="1251" actId="20577"/>
          <ac:spMkLst>
            <pc:docMk/>
            <pc:sldMk cId="3389640150" sldId="271"/>
            <ac:spMk id="2" creationId="{2DCD0921-AEC2-701E-5FC4-F9C637036316}"/>
          </ac:spMkLst>
        </pc:spChg>
        <pc:spChg chg="mod">
          <ac:chgData name="Felipe Pfrimer" userId="0b8eec0ce5f0414b" providerId="LiveId" clId="{99A03BAB-098E-4974-8324-154A37D5CA80}" dt="2026-04-18T17:59:25.480" v="1259" actId="404"/>
          <ac:spMkLst>
            <pc:docMk/>
            <pc:sldMk cId="3389640150" sldId="271"/>
            <ac:spMk id="3" creationId="{529ED43F-0527-A026-EE5F-B208F30A0C02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4167250517" sldId="271"/>
        </pc:sldMkLst>
      </pc:sldChg>
      <pc:sldChg chg="modSp new mod">
        <pc:chgData name="Felipe Pfrimer" userId="0b8eec0ce5f0414b" providerId="LiveId" clId="{99A03BAB-098E-4974-8324-154A37D5CA80}" dt="2026-04-18T18:00:13.247" v="1297" actId="113"/>
        <pc:sldMkLst>
          <pc:docMk/>
          <pc:sldMk cId="1428121015" sldId="272"/>
        </pc:sldMkLst>
        <pc:spChg chg="mod">
          <ac:chgData name="Felipe Pfrimer" userId="0b8eec0ce5f0414b" providerId="LiveId" clId="{99A03BAB-098E-4974-8324-154A37D5CA80}" dt="2026-04-18T17:59:43.490" v="1292" actId="20577"/>
          <ac:spMkLst>
            <pc:docMk/>
            <pc:sldMk cId="1428121015" sldId="272"/>
            <ac:spMk id="2" creationId="{CD1F61E6-C192-2AA3-8682-F09438E4086C}"/>
          </ac:spMkLst>
        </pc:spChg>
        <pc:spChg chg="mod">
          <ac:chgData name="Felipe Pfrimer" userId="0b8eec0ce5f0414b" providerId="LiveId" clId="{99A03BAB-098E-4974-8324-154A37D5CA80}" dt="2026-04-18T18:00:13.247" v="1297" actId="113"/>
          <ac:spMkLst>
            <pc:docMk/>
            <pc:sldMk cId="1428121015" sldId="272"/>
            <ac:spMk id="3" creationId="{67BF887D-A27A-7B4A-2C92-0FABD89D9DB6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4029695350" sldId="272"/>
        </pc:sldMkLst>
      </pc:sldChg>
      <pc:sldChg chg="modSp new mod">
        <pc:chgData name="Felipe Pfrimer" userId="0b8eec0ce5f0414b" providerId="LiveId" clId="{99A03BAB-098E-4974-8324-154A37D5CA80}" dt="2026-04-18T20:16:11.635" v="1319" actId="20577"/>
        <pc:sldMkLst>
          <pc:docMk/>
          <pc:sldMk cId="578242050" sldId="273"/>
        </pc:sldMkLst>
        <pc:spChg chg="mod">
          <ac:chgData name="Felipe Pfrimer" userId="0b8eec0ce5f0414b" providerId="LiveId" clId="{99A03BAB-098E-4974-8324-154A37D5CA80}" dt="2026-04-18T20:16:11.635" v="1319" actId="20577"/>
          <ac:spMkLst>
            <pc:docMk/>
            <pc:sldMk cId="578242050" sldId="273"/>
            <ac:spMk id="2" creationId="{7F3F3536-CF85-78FA-47AF-3053BD5D326D}"/>
          </ac:spMkLst>
        </pc:spChg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3367040842" sldId="273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3455760574" sldId="274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96589631" sldId="275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873981961" sldId="276"/>
        </pc:sldMkLst>
      </pc:sldChg>
      <pc:sldChg chg="del">
        <pc:chgData name="Felipe Pfrimer" userId="0b8eec0ce5f0414b" providerId="LiveId" clId="{99A03BAB-098E-4974-8324-154A37D5CA80}" dt="2026-04-18T13:27:46.875" v="213" actId="47"/>
        <pc:sldMkLst>
          <pc:docMk/>
          <pc:sldMk cId="2521361056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28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99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95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55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8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252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54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42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18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97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21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8E9E2A2-6C54-4CFA-B3B5-C875297C0F4D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9897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E4715-CBD4-6E6B-DB09-15D57EF3C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Metrologia por imagens:</a:t>
            </a:r>
            <a:br>
              <a:rPr lang="pt-BR" dirty="0"/>
            </a:br>
            <a:r>
              <a:rPr lang="pt-BR" sz="4100" dirty="0">
                <a:solidFill>
                  <a:srgbClr val="FFFF00"/>
                </a:solidFill>
              </a:rPr>
              <a:t>Automação de Coleta de Imagens em Sistemas Experimentais</a:t>
            </a:r>
            <a:br>
              <a:rPr lang="pt-BR" sz="4100" dirty="0">
                <a:solidFill>
                  <a:srgbClr val="FFFF00"/>
                </a:solidFill>
              </a:rPr>
            </a:br>
            <a:r>
              <a:rPr lang="pt-BR" sz="4100" dirty="0">
                <a:solidFill>
                  <a:srgbClr val="FFFF00"/>
                </a:solidFill>
              </a:rPr>
              <a:t>(02/03)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BC550C-699A-B6D6-1A21-9C436F68D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Prof. Felipe Walter Dafico Pfrimer</a:t>
            </a:r>
          </a:p>
          <a:p>
            <a:r>
              <a:rPr lang="pt-BR" sz="1500" dirty="0"/>
              <a:t>(pfrimer@utfpr.edu.br)</a:t>
            </a:r>
          </a:p>
        </p:txBody>
      </p:sp>
    </p:spTree>
    <p:extLst>
      <p:ext uri="{BB962C8B-B14F-4D97-AF65-F5344CB8AC3E}">
        <p14:creationId xmlns:p14="http://schemas.microsoft.com/office/powerpoint/2010/main" val="165483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7493E-FBDD-ED99-C764-BAD79907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Agenda</a:t>
            </a:r>
            <a:br>
              <a:rPr lang="pt-BR" dirty="0"/>
            </a:br>
            <a:r>
              <a:rPr lang="pt-BR" sz="2700" dirty="0"/>
              <a:t>Aula – dia 2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522E16-8BA6-DF91-8460-6D70E7CE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Apresentação do </a:t>
            </a:r>
            <a:r>
              <a:rPr lang="pt-BR" dirty="0" err="1">
                <a:solidFill>
                  <a:srgbClr val="FFFF00"/>
                </a:solidFill>
              </a:rPr>
              <a:t>systemd</a:t>
            </a:r>
            <a:endParaRPr lang="pt-BR" dirty="0">
              <a:solidFill>
                <a:srgbClr val="FFFF00"/>
              </a:solidFill>
            </a:endParaRPr>
          </a:p>
          <a:p>
            <a:r>
              <a:rPr lang="pt-BR" dirty="0"/>
              <a:t>Como criar </a:t>
            </a:r>
            <a:r>
              <a:rPr lang="pt-BR" dirty="0">
                <a:solidFill>
                  <a:srgbClr val="00B050"/>
                </a:solidFill>
              </a:rPr>
              <a:t>serviços</a:t>
            </a:r>
            <a:r>
              <a:rPr lang="pt-BR" dirty="0"/>
              <a:t> e </a:t>
            </a:r>
            <a:r>
              <a:rPr lang="pt-BR" dirty="0">
                <a:solidFill>
                  <a:srgbClr val="00B050"/>
                </a:solidFill>
              </a:rPr>
              <a:t>temporizadores</a:t>
            </a:r>
            <a:r>
              <a:rPr lang="pt-BR" dirty="0"/>
              <a:t> no </a:t>
            </a:r>
            <a:r>
              <a:rPr lang="pt-BR" dirty="0" err="1"/>
              <a:t>systemd</a:t>
            </a:r>
            <a:endParaRPr lang="pt-BR" dirty="0"/>
          </a:p>
          <a:p>
            <a:r>
              <a:rPr lang="pt-BR" dirty="0"/>
              <a:t>Controlando as tarefas com o comando </a:t>
            </a:r>
            <a:r>
              <a:rPr lang="pt-BR" dirty="0" err="1">
                <a:solidFill>
                  <a:srgbClr val="FFFF00"/>
                </a:solidFill>
              </a:rPr>
              <a:t>systemctl</a:t>
            </a:r>
            <a:endParaRPr lang="pt-BR" dirty="0">
              <a:solidFill>
                <a:srgbClr val="FFFF00"/>
              </a:solidFill>
            </a:endParaRPr>
          </a:p>
          <a:p>
            <a:r>
              <a:rPr lang="pt-BR" dirty="0">
                <a:solidFill>
                  <a:srgbClr val="FFFF00"/>
                </a:solidFill>
              </a:rPr>
              <a:t>Automatizando</a:t>
            </a:r>
            <a:r>
              <a:rPr lang="pt-BR" dirty="0"/>
              <a:t> a coleta de imagens</a:t>
            </a:r>
          </a:p>
        </p:txBody>
      </p:sp>
    </p:spTree>
    <p:extLst>
      <p:ext uri="{BB962C8B-B14F-4D97-AF65-F5344CB8AC3E}">
        <p14:creationId xmlns:p14="http://schemas.microsoft.com/office/powerpoint/2010/main" val="196210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16499-C197-7078-8864-281456B9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papel do </a:t>
            </a:r>
            <a:r>
              <a:rPr lang="pt-BR" dirty="0">
                <a:solidFill>
                  <a:srgbClr val="FFFF00"/>
                </a:solidFill>
              </a:rPr>
              <a:t>sistema operacional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9A758-046C-EC0C-0DA5-6B04315CC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Linux não serve apenas para executar comandos digitados no terminal.</a:t>
            </a:r>
          </a:p>
          <a:p>
            <a:endParaRPr lang="pt-BR" dirty="0"/>
          </a:p>
          <a:p>
            <a:r>
              <a:rPr lang="pt-BR" dirty="0"/>
              <a:t>Ele também pode iniciar programas, monitorar processos, registrar eventos e </a:t>
            </a:r>
            <a:r>
              <a:rPr lang="pt-BR" dirty="0">
                <a:solidFill>
                  <a:srgbClr val="FFFF00"/>
                </a:solidFill>
              </a:rPr>
              <a:t>agendar tarefas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Para isso, muitas distribuições Linux usam o </a:t>
            </a:r>
            <a:r>
              <a:rPr lang="pt-BR" dirty="0" err="1">
                <a:solidFill>
                  <a:srgbClr val="FFFF00"/>
                </a:solidFill>
              </a:rPr>
              <a:t>systemd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852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97F2B-5487-DABB-67A7-09F39E9C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>
                <a:solidFill>
                  <a:srgbClr val="FFFF00"/>
                </a:solidFill>
              </a:rPr>
              <a:t>systemd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34A83-1C1F-1392-DBE4-677C0997D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systemd</a:t>
            </a:r>
            <a:r>
              <a:rPr lang="pt-BR" dirty="0"/>
              <a:t> e um sistema de inicialização e gerenciamento de serviços.</a:t>
            </a:r>
          </a:p>
          <a:p>
            <a:endParaRPr lang="pt-BR" dirty="0"/>
          </a:p>
          <a:p>
            <a:r>
              <a:rPr lang="pt-BR" dirty="0"/>
              <a:t>inicia e controla componentes do sistema: rede, login, processos em segundo plano e </a:t>
            </a:r>
            <a:r>
              <a:rPr lang="pt-BR" dirty="0">
                <a:solidFill>
                  <a:srgbClr val="FFFF00"/>
                </a:solidFill>
              </a:rPr>
              <a:t>rotinas automáticas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Na pratica, o </a:t>
            </a:r>
            <a:r>
              <a:rPr lang="pt-BR" dirty="0" err="1"/>
              <a:t>systemd</a:t>
            </a:r>
            <a:r>
              <a:rPr lang="pt-BR" dirty="0"/>
              <a:t> permite que uma tarefa seja controlada pelo próprio Linux.</a:t>
            </a:r>
          </a:p>
        </p:txBody>
      </p:sp>
    </p:spTree>
    <p:extLst>
      <p:ext uri="{BB962C8B-B14F-4D97-AF65-F5344CB8AC3E}">
        <p14:creationId xmlns:p14="http://schemas.microsoft.com/office/powerpoint/2010/main" val="20809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95176-B0BE-7669-DC5F-807738C7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central: </a:t>
            </a:r>
            <a:r>
              <a:rPr lang="pt-BR" dirty="0" err="1">
                <a:solidFill>
                  <a:srgbClr val="FFFF00"/>
                </a:solidFill>
              </a:rPr>
              <a:t>systemctl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D75F2-F080-9F3E-1537-2066F5BB3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usado para conversar com o </a:t>
            </a:r>
            <a:r>
              <a:rPr lang="pt-BR" dirty="0" err="1"/>
              <a:t>systemd</a:t>
            </a:r>
            <a:endParaRPr lang="pt-BR" dirty="0"/>
          </a:p>
          <a:p>
            <a:endParaRPr lang="pt-BR" dirty="0"/>
          </a:p>
          <a:p>
            <a:r>
              <a:rPr lang="pt-BR" dirty="0"/>
              <a:t>Com ele, podemos:</a:t>
            </a:r>
          </a:p>
          <a:p>
            <a:pPr lvl="1"/>
            <a:r>
              <a:rPr lang="pt-BR" dirty="0"/>
              <a:t>verificar o </a:t>
            </a:r>
            <a:r>
              <a:rPr lang="pt-BR" dirty="0">
                <a:solidFill>
                  <a:srgbClr val="FFFF00"/>
                </a:solidFill>
              </a:rPr>
              <a:t>estado</a:t>
            </a:r>
            <a:r>
              <a:rPr lang="pt-BR" dirty="0"/>
              <a:t> de um serviço;</a:t>
            </a:r>
          </a:p>
          <a:p>
            <a:pPr lvl="1"/>
            <a:r>
              <a:rPr lang="pt-BR" dirty="0">
                <a:solidFill>
                  <a:srgbClr val="FFFF00"/>
                </a:solidFill>
              </a:rPr>
              <a:t>iniciar</a:t>
            </a:r>
            <a:r>
              <a:rPr lang="pt-BR" dirty="0"/>
              <a:t> uma tarefa;</a:t>
            </a:r>
          </a:p>
          <a:p>
            <a:pPr lvl="1"/>
            <a:r>
              <a:rPr lang="pt-BR" dirty="0">
                <a:solidFill>
                  <a:srgbClr val="FFFF00"/>
                </a:solidFill>
              </a:rPr>
              <a:t>parar</a:t>
            </a:r>
            <a:r>
              <a:rPr lang="pt-BR" dirty="0"/>
              <a:t> uma tarefa;</a:t>
            </a:r>
          </a:p>
          <a:p>
            <a:pPr lvl="1"/>
            <a:r>
              <a:rPr lang="pt-BR" dirty="0">
                <a:solidFill>
                  <a:srgbClr val="FFFF00"/>
                </a:solidFill>
              </a:rPr>
              <a:t>habilitar</a:t>
            </a:r>
            <a:r>
              <a:rPr lang="pt-BR" dirty="0"/>
              <a:t> uma tarefa para iniciar automaticamente;</a:t>
            </a:r>
          </a:p>
          <a:p>
            <a:pPr lvl="1"/>
            <a:r>
              <a:rPr lang="pt-BR" dirty="0"/>
              <a:t>consultar </a:t>
            </a:r>
            <a:r>
              <a:rPr lang="pt-BR" dirty="0">
                <a:solidFill>
                  <a:srgbClr val="FFFF00"/>
                </a:solidFill>
              </a:rPr>
              <a:t>mensagens de erro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35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D7EB4-82E4-50FE-03C9-BF9BD911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 do </a:t>
            </a:r>
            <a:r>
              <a:rPr lang="pt-BR" dirty="0" err="1"/>
              <a:t>systemd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CD6BFA-C5CA-B410-0846-F21CE6E4F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dirty="0" err="1"/>
              <a:t>systemd</a:t>
            </a:r>
            <a:r>
              <a:rPr lang="pt-BR" dirty="0"/>
              <a:t> organiza suas configurações em arquivos chamados </a:t>
            </a:r>
            <a:r>
              <a:rPr lang="pt-BR" b="1" dirty="0">
                <a:solidFill>
                  <a:srgbClr val="FFFF00"/>
                </a:solidFill>
              </a:rPr>
              <a:t>unidades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Uma unidade descreve </a:t>
            </a:r>
            <a:r>
              <a:rPr lang="pt-BR" u="sng" dirty="0">
                <a:solidFill>
                  <a:srgbClr val="FFFF00"/>
                </a:solidFill>
              </a:rPr>
              <a:t>o que o sistema deve fazer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Tipos comuns:</a:t>
            </a:r>
          </a:p>
          <a:p>
            <a:pPr lvl="1"/>
            <a:r>
              <a:rPr lang="pt-BR" dirty="0"/>
              <a:t>.</a:t>
            </a:r>
            <a:r>
              <a:rPr lang="pt-BR" b="1" dirty="0" err="1">
                <a:solidFill>
                  <a:srgbClr val="FFFF00"/>
                </a:solidFill>
              </a:rPr>
              <a:t>service</a:t>
            </a:r>
            <a:r>
              <a:rPr lang="pt-BR" dirty="0"/>
              <a:t>: define um serviço;</a:t>
            </a:r>
          </a:p>
          <a:p>
            <a:pPr lvl="1"/>
            <a:r>
              <a:rPr lang="pt-BR" dirty="0"/>
              <a:t>.</a:t>
            </a:r>
            <a:r>
              <a:rPr lang="pt-BR" b="1" dirty="0">
                <a:solidFill>
                  <a:srgbClr val="FFFF00"/>
                </a:solidFill>
              </a:rPr>
              <a:t>timer</a:t>
            </a:r>
            <a:r>
              <a:rPr lang="pt-BR" dirty="0"/>
              <a:t>: define quando um serviço deve ser executado;</a:t>
            </a:r>
          </a:p>
          <a:p>
            <a:pPr lvl="1"/>
            <a:r>
              <a:rPr lang="pt-BR" dirty="0"/>
              <a:t>.</a:t>
            </a:r>
            <a:r>
              <a:rPr lang="pt-BR" b="1" dirty="0">
                <a:solidFill>
                  <a:srgbClr val="FFFF00"/>
                </a:solidFill>
              </a:rPr>
              <a:t>target</a:t>
            </a:r>
            <a:r>
              <a:rPr lang="pt-BR" dirty="0"/>
              <a:t>: agrupa etapas do sistema.</a:t>
            </a:r>
          </a:p>
        </p:txBody>
      </p:sp>
    </p:spTree>
    <p:extLst>
      <p:ext uri="{BB962C8B-B14F-4D97-AF65-F5344CB8AC3E}">
        <p14:creationId xmlns:p14="http://schemas.microsoft.com/office/powerpoint/2010/main" val="417099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17CB0-842E-92E9-2BCB-1CE466C6C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geral de um </a:t>
            </a:r>
            <a:r>
              <a:rPr lang="pt-BR" dirty="0">
                <a:solidFill>
                  <a:srgbClr val="FFFF00"/>
                </a:solidFill>
              </a:rPr>
              <a:t>.</a:t>
            </a:r>
            <a:r>
              <a:rPr lang="pt-BR" dirty="0" err="1">
                <a:solidFill>
                  <a:srgbClr val="FFFF00"/>
                </a:solidFill>
              </a:rPr>
              <a:t>service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058BA-E6F6-7F23-AC10-314262C4A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</a:rPr>
              <a:t>[Unit]</a:t>
            </a:r>
          </a:p>
          <a:p>
            <a:pPr marL="0" indent="0">
              <a:buNone/>
            </a:pPr>
            <a:r>
              <a:rPr lang="pt-BR" dirty="0"/>
              <a:t>Descrição do serviço e dependências principais.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</a:rPr>
              <a:t>[Service]</a:t>
            </a:r>
          </a:p>
          <a:p>
            <a:pPr marL="0" indent="0">
              <a:buNone/>
            </a:pPr>
            <a:r>
              <a:rPr lang="pt-BR" dirty="0"/>
              <a:t>Como a tarefa será executada.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</a:rPr>
              <a:t>[</a:t>
            </a:r>
            <a:r>
              <a:rPr lang="pt-BR" b="1" dirty="0" err="1">
                <a:solidFill>
                  <a:srgbClr val="FFFF00"/>
                </a:solidFill>
              </a:rPr>
              <a:t>Install</a:t>
            </a:r>
            <a:r>
              <a:rPr lang="pt-BR" b="1" dirty="0">
                <a:solidFill>
                  <a:srgbClr val="FFFF00"/>
                </a:solidFill>
              </a:rPr>
              <a:t>]</a:t>
            </a:r>
          </a:p>
          <a:p>
            <a:pPr marL="0" indent="0">
              <a:buNone/>
            </a:pPr>
            <a:r>
              <a:rPr lang="pt-BR" dirty="0"/>
              <a:t>Como o serviço será habilitado dentro do sistema.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Essa estrutura separa contexto, execução e ativação.</a:t>
            </a:r>
          </a:p>
        </p:txBody>
      </p:sp>
    </p:spTree>
    <p:extLst>
      <p:ext uri="{BB962C8B-B14F-4D97-AF65-F5344CB8AC3E}">
        <p14:creationId xmlns:p14="http://schemas.microsoft.com/office/powerpoint/2010/main" val="65187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273DA-6C4F-3CAD-A096-4941CC90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simples </a:t>
            </a:r>
            <a:r>
              <a:rPr lang="pt-BR" dirty="0">
                <a:solidFill>
                  <a:srgbClr val="FFFF00"/>
                </a:solidFill>
              </a:rPr>
              <a:t>.</a:t>
            </a:r>
            <a:r>
              <a:rPr lang="pt-BR" dirty="0" err="1">
                <a:solidFill>
                  <a:srgbClr val="FFFF00"/>
                </a:solidFill>
              </a:rPr>
              <a:t>service</a:t>
            </a:r>
            <a:br>
              <a:rPr lang="pt-BR" dirty="0"/>
            </a:b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pt-B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nano /</a:t>
            </a: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pt-B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systemd</a:t>
            </a:r>
            <a:r>
              <a:rPr lang="pt-B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/system/</a:t>
            </a: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captura.service</a:t>
            </a:r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2104BA-3180-59A7-F4CD-FA8E2848C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5714" cy="48255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[Unit]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=Captura de imagem com script do usuário g0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network.target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[Service]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oneshot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=g0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WorkingDirectory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=/home/g0</a:t>
            </a:r>
          </a:p>
          <a:p>
            <a:pPr marL="0" indent="0">
              <a:buNone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ExecStart=/home/g0/captura.sh</a:t>
            </a:r>
          </a:p>
          <a:p>
            <a:pPr marL="0" indent="0">
              <a:buNone/>
            </a:pP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WantedBy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multi-user.target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94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9458-545B-8AD1-9ED9-0703D394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F3082-14A0-2D18-4CF6-908127F9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geral de um </a:t>
            </a:r>
            <a:r>
              <a:rPr lang="pt-BR" dirty="0">
                <a:solidFill>
                  <a:srgbClr val="FFFF00"/>
                </a:solidFill>
              </a:rPr>
              <a:t>.timer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32F9E0-44FA-984B-4BEA-FA0852801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</a:rPr>
              <a:t>[Unit]</a:t>
            </a:r>
          </a:p>
          <a:p>
            <a:pPr marL="0" indent="0">
              <a:buNone/>
            </a:pPr>
            <a:r>
              <a:rPr lang="pt-BR" dirty="0"/>
              <a:t>Descrição do timer e dependências principais.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</a:rPr>
              <a:t>[Timer]</a:t>
            </a:r>
          </a:p>
          <a:p>
            <a:pPr marL="0" indent="0">
              <a:buNone/>
            </a:pPr>
            <a:r>
              <a:rPr lang="pt-BR" dirty="0"/>
              <a:t>Como a timer será executado.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>
                <a:solidFill>
                  <a:srgbClr val="FFFF00"/>
                </a:solidFill>
              </a:rPr>
              <a:t>[</a:t>
            </a:r>
            <a:r>
              <a:rPr lang="pt-BR" b="1" dirty="0" err="1">
                <a:solidFill>
                  <a:srgbClr val="FFFF00"/>
                </a:solidFill>
              </a:rPr>
              <a:t>Install</a:t>
            </a:r>
            <a:r>
              <a:rPr lang="pt-BR" b="1" dirty="0">
                <a:solidFill>
                  <a:srgbClr val="FFFF00"/>
                </a:solidFill>
              </a:rPr>
              <a:t>]</a:t>
            </a:r>
          </a:p>
          <a:p>
            <a:pPr marL="0" indent="0">
              <a:buNone/>
            </a:pPr>
            <a:r>
              <a:rPr lang="pt-BR" dirty="0"/>
              <a:t>Como o timer será habilitado dentro do sistema.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977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BC35-3727-D7B9-D3BE-D2ACDD2EC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2B323-457A-E410-64B9-34CBE18C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simples </a:t>
            </a:r>
            <a:r>
              <a:rPr lang="pt-BR" dirty="0">
                <a:solidFill>
                  <a:srgbClr val="FFFF00"/>
                </a:solidFill>
              </a:rPr>
              <a:t>.timer</a:t>
            </a:r>
            <a:br>
              <a:rPr lang="pt-BR" dirty="0"/>
            </a:b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pt-B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nano /</a:t>
            </a: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pt-B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systemd</a:t>
            </a:r>
            <a:r>
              <a:rPr lang="pt-BR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/system/</a:t>
            </a:r>
            <a:r>
              <a:rPr lang="pt-BR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captura.timer</a:t>
            </a:r>
            <a:endParaRPr lang="pt-BR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1569A6-E14D-9ED4-10AF-DE473349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2286" cy="482554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[Unit]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Description=Timer para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captura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periodicamente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[Timer]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OnBootSec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=30s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OnUnitActiveSec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=15min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Unit=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captura.service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[Install]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WantedBy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timers.target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743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243B7F-3388-FF97-6849-F66F07D8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4000" dirty="0"/>
              <a:t>Quando usar </a:t>
            </a:r>
            <a:r>
              <a:rPr lang="pt-BR" sz="4000" dirty="0">
                <a:solidFill>
                  <a:srgbClr val="FFFF00"/>
                </a:solidFill>
              </a:rPr>
              <a:t>timer</a:t>
            </a:r>
            <a:r>
              <a:rPr lang="pt-BR" sz="4000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B8A79E-7D24-4DD9-2BCB-68AB7AA75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pt-BR" sz="3200" dirty="0"/>
              <a:t>Quando a amostragem for maior que 5 min</a:t>
            </a:r>
          </a:p>
          <a:p>
            <a:r>
              <a:rPr lang="pt-BR" sz="3200" dirty="0"/>
              <a:t>Erro de 60 s</a:t>
            </a:r>
          </a:p>
          <a:p>
            <a:r>
              <a:rPr lang="pt-BR" sz="3200" dirty="0"/>
              <a:t>Amostragem mais do que suficiente para a maioria das aplicações de coleta de imagens</a:t>
            </a:r>
          </a:p>
        </p:txBody>
      </p:sp>
      <p:pic>
        <p:nvPicPr>
          <p:cNvPr id="5" name="Picture 4" descr="Cronômetro branco">
            <a:extLst>
              <a:ext uri="{FF2B5EF4-FFF2-40B4-BE49-F238E27FC236}">
                <a16:creationId xmlns:a16="http://schemas.microsoft.com/office/drawing/2014/main" id="{ADFCDDE2-1FB6-16CE-C954-0B839FB46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01" r="-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7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2E198-F345-725A-1E67-B9DE0BD6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Alternativa</a:t>
            </a:r>
            <a:r>
              <a:rPr lang="pt-BR" dirty="0"/>
              <a:t> ao timer para amostragem &lt; 5 min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29E4EC-79B9-D6F6-7764-28FEA41E1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Service com coleta contínua: habilita apenas o servisse</a:t>
            </a:r>
          </a:p>
          <a:p>
            <a:pPr marL="0" indent="0">
              <a:buNone/>
            </a:pPr>
            <a:r>
              <a:rPr lang="pt-BR" dirty="0"/>
              <a:t>_______________________________________________________________________________________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#!/bin/bash</a:t>
            </a:r>
          </a:p>
          <a:p>
            <a:pPr marL="0" indent="0">
              <a:buNone/>
            </a:pP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-p /home/g0/imagens</a:t>
            </a:r>
          </a:p>
          <a:p>
            <a:pPr marL="0" indent="0">
              <a:buNone/>
            </a:pP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do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=$(date +%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Y%m%d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_%H%M%S)</a:t>
            </a:r>
          </a:p>
          <a:p>
            <a:pPr marL="0" indent="0">
              <a:buNone/>
            </a:pPr>
            <a:endParaRPr lang="pt-BR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/bin/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fswebcam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-r 1280x720 "/home/g0/imagens/foto_${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ts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}.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jpg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endParaRPr lang="pt-BR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sleep</a:t>
            </a:r>
            <a:r>
              <a:rPr lang="pt-BR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15</a:t>
            </a:r>
          </a:p>
          <a:p>
            <a:pPr marL="0" indent="0">
              <a:buNone/>
            </a:pPr>
            <a:r>
              <a:rPr lang="pt-BR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endParaRPr lang="pt-BR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34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6C34A-27F2-15E4-46CB-60057FD0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</a:t>
            </a:r>
            <a:r>
              <a:rPr lang="pt-BR" dirty="0">
                <a:solidFill>
                  <a:srgbClr val="FFFF00"/>
                </a:solidFill>
              </a:rPr>
              <a:t>habilitar</a:t>
            </a:r>
            <a:r>
              <a:rPr lang="pt-BR" dirty="0"/>
              <a:t> e </a:t>
            </a:r>
            <a:r>
              <a:rPr lang="pt-BR" dirty="0">
                <a:solidFill>
                  <a:srgbClr val="FFFF00"/>
                </a:solidFill>
              </a:rPr>
              <a:t>iniciar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A52597-C396-06FC-0725-1704CF0E4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now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&lt;nome do timer ou </a:t>
            </a: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47221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DE66A-70C2-02D0-FA48-B53224F1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verificar o </a:t>
            </a:r>
            <a:r>
              <a:rPr lang="pt-BR" dirty="0">
                <a:solidFill>
                  <a:srgbClr val="FFFF00"/>
                </a:solidFill>
              </a:rPr>
              <a:t>estado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EDD772-412A-8C3F-2A1F-252B07F70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status &lt;nome do timer ou servisse&gt;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42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A5C54-6CA8-EC39-2D9F-D5CACB4ED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parar?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DEE39C-AD4C-A64F-D312-5F79C00DC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stop &lt;nome do timer ou servisse&gt;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5788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D0921-AEC2-701E-5FC4-F9C637036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desabilitar e parar?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9ED43F-0527-A026-EE5F-B208F30A0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disable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pt-BR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now</a:t>
            </a:r>
            <a:r>
              <a:rPr lang="pt-BR" sz="24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&lt;nome do timer ou servisse&gt;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9640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F61E6-C192-2AA3-8682-F09438E40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Sempre que modificar os arquivos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BF887D-A27A-7B4A-2C92-0FABD89D9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systemctl</a:t>
            </a:r>
            <a:r>
              <a:rPr lang="pt-BR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daemon-reload</a:t>
            </a:r>
            <a:endParaRPr lang="pt-BR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21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F3536-CF85-78FA-47AF-3053BD5D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para </a:t>
            </a:r>
            <a:r>
              <a:rPr lang="pt-BR"/>
              <a:t>a prática!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3E7BC0-5927-1BF2-AAD9-1051F7C78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242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618</TotalTime>
  <Words>628</Words>
  <Application>Microsoft Office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Courier New</vt:lpstr>
      <vt:lpstr>Office Theme</vt:lpstr>
      <vt:lpstr>Metrologia por imagens: Automação de Coleta de Imagens em Sistemas Experimentais (02/03)</vt:lpstr>
      <vt:lpstr>Agenda Aula – dia 2 </vt:lpstr>
      <vt:lpstr>O papel do sistema operacional</vt:lpstr>
      <vt:lpstr>O que é systemd?</vt:lpstr>
      <vt:lpstr>Comando central: systemctl</vt:lpstr>
      <vt:lpstr>Unidade do systemd</vt:lpstr>
      <vt:lpstr>Estrutura geral de um .service</vt:lpstr>
      <vt:lpstr>Exemplo simples .service sudo nano /etc/systemd/system/captura.service</vt:lpstr>
      <vt:lpstr>Estrutura geral de um .timer</vt:lpstr>
      <vt:lpstr>Exemplo simples .timer sudo nano /etc/systemd/system/captura.timer</vt:lpstr>
      <vt:lpstr>Quando usar timer?</vt:lpstr>
      <vt:lpstr>Alternativa ao timer para amostragem &lt; 5 min</vt:lpstr>
      <vt:lpstr>Como habilitar e iniciar?</vt:lpstr>
      <vt:lpstr>Como verificar o estado?</vt:lpstr>
      <vt:lpstr>Como parar?</vt:lpstr>
      <vt:lpstr>Como desabilitar e parar?</vt:lpstr>
      <vt:lpstr>Sempre que modificar os arquivos</vt:lpstr>
      <vt:lpstr>Vamos para a prática!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Pfrimer</dc:creator>
  <cp:lastModifiedBy>Felipe Pfrimer</cp:lastModifiedBy>
  <cp:revision>1</cp:revision>
  <dcterms:created xsi:type="dcterms:W3CDTF">2026-04-05T13:48:25Z</dcterms:created>
  <dcterms:modified xsi:type="dcterms:W3CDTF">2026-04-18T20:35:55Z</dcterms:modified>
</cp:coreProperties>
</file>